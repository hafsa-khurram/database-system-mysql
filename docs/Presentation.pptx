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9"/>
  </p:notesMasterIdLst>
  <p:sldIdLst>
    <p:sldId id="256" r:id="rId2"/>
    <p:sldId id="257" r:id="rId3"/>
    <p:sldId id="275" r:id="rId4"/>
    <p:sldId id="258" r:id="rId5"/>
    <p:sldId id="259" r:id="rId6"/>
    <p:sldId id="266" r:id="rId7"/>
    <p:sldId id="263" r:id="rId8"/>
  </p:sldIdLst>
  <p:sldSz cx="9144000" cy="5143500" type="screen16x9"/>
  <p:notesSz cx="6858000" cy="9144000"/>
  <p:embeddedFontLst>
    <p:embeddedFont>
      <p:font typeface="Grand Hotel" panose="020B0604020202020204" charset="0"/>
      <p:regular r:id="rId10"/>
    </p:embeddedFont>
    <p:embeddedFont>
      <p:font typeface="Playfair Display" panose="00000500000000000000" pitchFamily="2" charset="0"/>
      <p:regular r:id="rId11"/>
      <p:bold r:id="rId12"/>
      <p:italic r:id="rId13"/>
      <p:boldItalic r:id="rId14"/>
    </p:embeddedFont>
    <p:embeddedFont>
      <p:font typeface="Playfair Display Medium" panose="020B0604020202020204" charset="0"/>
      <p:regular r:id="rId15"/>
      <p:bold r:id="rId16"/>
      <p:italic r:id="rId17"/>
      <p:boldItalic r:id="rId18"/>
    </p:embeddedFont>
    <p:embeddedFont>
      <p:font typeface="Purple Purse" panose="020B0604020202020204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564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ffaa46f62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g28ffaa46f62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8ffaa46f62_1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g28ffaa46f62_1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8ffaa46f62_1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28ffaa46f62_1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5781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8ffaa46f62_1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28ffaa46f62_1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8ffaa46f62_1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28ffaa46f62_1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8ffaa46f62_1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g28ffaa46f62_1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8ffaa46f62_1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28ffaa46f62_1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245406">
            <a:off x="2429682" y="-520708"/>
            <a:ext cx="4601373" cy="6556361"/>
          </a:xfrm>
          <a:custGeom>
            <a:avLst/>
            <a:gdLst/>
            <a:ahLst/>
            <a:cxnLst/>
            <a:rect l="l" t="t" r="r" b="b"/>
            <a:pathLst>
              <a:path w="9193442" h="13099465" extrusionOk="0">
                <a:moveTo>
                  <a:pt x="0" y="0"/>
                </a:moveTo>
                <a:lnTo>
                  <a:pt x="9193442" y="0"/>
                </a:lnTo>
                <a:lnTo>
                  <a:pt x="9193442" y="13099464"/>
                </a:lnTo>
                <a:lnTo>
                  <a:pt x="0" y="13099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" name="Google Shape;11;p2"/>
          <p:cNvSpPr/>
          <p:nvPr/>
        </p:nvSpPr>
        <p:spPr>
          <a:xfrm>
            <a:off x="7806690" y="-1473200"/>
            <a:ext cx="1337310" cy="4114800"/>
          </a:xfrm>
          <a:custGeom>
            <a:avLst/>
            <a:gdLst/>
            <a:ahLst/>
            <a:cxnLst/>
            <a:rect l="l" t="t" r="r" b="b"/>
            <a:pathLst>
              <a:path w="2674620" h="8229600" extrusionOk="0">
                <a:moveTo>
                  <a:pt x="0" y="0"/>
                </a:moveTo>
                <a:lnTo>
                  <a:pt x="2674620" y="0"/>
                </a:lnTo>
                <a:lnTo>
                  <a:pt x="26746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254750" y="744575"/>
            <a:ext cx="6634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-188886">
            <a:off x="668410" y="1040378"/>
            <a:ext cx="7818017" cy="3070348"/>
          </a:xfrm>
          <a:custGeom>
            <a:avLst/>
            <a:gdLst/>
            <a:ahLst/>
            <a:cxnLst/>
            <a:rect l="l" t="t" r="r" b="b"/>
            <a:pathLst>
              <a:path w="15612438" h="6131430" extrusionOk="0">
                <a:moveTo>
                  <a:pt x="0" y="0"/>
                </a:moveTo>
                <a:lnTo>
                  <a:pt x="15612438" y="0"/>
                </a:lnTo>
                <a:lnTo>
                  <a:pt x="15612438" y="6131430"/>
                </a:lnTo>
                <a:lnTo>
                  <a:pt x="0" y="6131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" name="Google Shape;17;p3"/>
          <p:cNvSpPr/>
          <p:nvPr/>
        </p:nvSpPr>
        <p:spPr>
          <a:xfrm rot="-2284593">
            <a:off x="6726693" y="2784532"/>
            <a:ext cx="2723094" cy="2832867"/>
          </a:xfrm>
          <a:custGeom>
            <a:avLst/>
            <a:gdLst/>
            <a:ahLst/>
            <a:cxnLst/>
            <a:rect l="l" t="t" r="r" b="b"/>
            <a:pathLst>
              <a:path w="5461364" h="5681523" extrusionOk="0">
                <a:moveTo>
                  <a:pt x="0" y="0"/>
                </a:moveTo>
                <a:lnTo>
                  <a:pt x="5461364" y="0"/>
                </a:lnTo>
                <a:lnTo>
                  <a:pt x="5461364" y="5681523"/>
                </a:lnTo>
                <a:lnTo>
                  <a:pt x="0" y="5681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4"/>
          <p:cNvSpPr/>
          <p:nvPr/>
        </p:nvSpPr>
        <p:spPr>
          <a:xfrm rot="-3458593">
            <a:off x="7027098" y="3738424"/>
            <a:ext cx="1795200" cy="1458600"/>
          </a:xfrm>
          <a:custGeom>
            <a:avLst/>
            <a:gdLst/>
            <a:ahLst/>
            <a:cxnLst/>
            <a:rect l="l" t="t" r="r" b="b"/>
            <a:pathLst>
              <a:path w="2077346" h="1687844" extrusionOk="0">
                <a:moveTo>
                  <a:pt x="0" y="0"/>
                </a:moveTo>
                <a:lnTo>
                  <a:pt x="2077346" y="0"/>
                </a:lnTo>
                <a:lnTo>
                  <a:pt x="2077346" y="1687844"/>
                </a:lnTo>
                <a:lnTo>
                  <a:pt x="0" y="1687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5" name="Google Shape;25;p4"/>
          <p:cNvSpPr/>
          <p:nvPr/>
        </p:nvSpPr>
        <p:spPr>
          <a:xfrm rot="-6877712">
            <a:off x="6336076" y="-606"/>
            <a:ext cx="2214157" cy="2456762"/>
          </a:xfrm>
          <a:custGeom>
            <a:avLst/>
            <a:gdLst/>
            <a:ahLst/>
            <a:cxnLst/>
            <a:rect l="l" t="t" r="r" b="b"/>
            <a:pathLst>
              <a:path w="2027942" h="2250143" extrusionOk="0">
                <a:moveTo>
                  <a:pt x="0" y="0"/>
                </a:moveTo>
                <a:lnTo>
                  <a:pt x="2027941" y="0"/>
                </a:lnTo>
                <a:lnTo>
                  <a:pt x="2027941" y="2250143"/>
                </a:lnTo>
                <a:lnTo>
                  <a:pt x="0" y="22501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6" name="Google Shape;26;p4"/>
          <p:cNvSpPr/>
          <p:nvPr/>
        </p:nvSpPr>
        <p:spPr>
          <a:xfrm rot="498712">
            <a:off x="-291443" y="3456935"/>
            <a:ext cx="1950473" cy="615291"/>
          </a:xfrm>
          <a:custGeom>
            <a:avLst/>
            <a:gdLst/>
            <a:ahLst/>
            <a:cxnLst/>
            <a:rect l="l" t="t" r="r" b="b"/>
            <a:pathLst>
              <a:path w="1944569" h="613429" extrusionOk="0">
                <a:moveTo>
                  <a:pt x="0" y="0"/>
                </a:moveTo>
                <a:lnTo>
                  <a:pt x="1944569" y="0"/>
                </a:lnTo>
                <a:lnTo>
                  <a:pt x="1944569" y="613429"/>
                </a:lnTo>
                <a:lnTo>
                  <a:pt x="0" y="6134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5"/>
          <p:cNvSpPr/>
          <p:nvPr/>
        </p:nvSpPr>
        <p:spPr>
          <a:xfrm rot="261253">
            <a:off x="436" y="3097939"/>
            <a:ext cx="1687474" cy="2404433"/>
          </a:xfrm>
          <a:custGeom>
            <a:avLst/>
            <a:gdLst/>
            <a:ahLst/>
            <a:cxnLst/>
            <a:rect l="l" t="t" r="r" b="b"/>
            <a:pathLst>
              <a:path w="1708227" h="2434003" extrusionOk="0">
                <a:moveTo>
                  <a:pt x="0" y="0"/>
                </a:moveTo>
                <a:lnTo>
                  <a:pt x="1708228" y="0"/>
                </a:lnTo>
                <a:lnTo>
                  <a:pt x="1708228" y="2434002"/>
                </a:lnTo>
                <a:lnTo>
                  <a:pt x="0" y="2434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3" name="Google Shape;33;p5"/>
          <p:cNvSpPr/>
          <p:nvPr/>
        </p:nvSpPr>
        <p:spPr>
          <a:xfrm rot="-6736668">
            <a:off x="7547157" y="-44132"/>
            <a:ext cx="1202974" cy="1392917"/>
          </a:xfrm>
          <a:custGeom>
            <a:avLst/>
            <a:gdLst/>
            <a:ahLst/>
            <a:cxnLst/>
            <a:rect l="l" t="t" r="r" b="b"/>
            <a:pathLst>
              <a:path w="1436361" h="1663155" extrusionOk="0">
                <a:moveTo>
                  <a:pt x="0" y="0"/>
                </a:moveTo>
                <a:lnTo>
                  <a:pt x="1436360" y="0"/>
                </a:lnTo>
                <a:lnTo>
                  <a:pt x="1436360" y="1663154"/>
                </a:lnTo>
                <a:lnTo>
                  <a:pt x="0" y="1663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4" name="Google Shape;34;p5"/>
          <p:cNvSpPr/>
          <p:nvPr/>
        </p:nvSpPr>
        <p:spPr>
          <a:xfrm rot="1987569">
            <a:off x="408271" y="3067289"/>
            <a:ext cx="1684641" cy="2711696"/>
          </a:xfrm>
          <a:custGeom>
            <a:avLst/>
            <a:gdLst/>
            <a:ahLst/>
            <a:cxnLst/>
            <a:rect l="l" t="t" r="r" b="b"/>
            <a:pathLst>
              <a:path w="1594164" h="2566059" extrusionOk="0">
                <a:moveTo>
                  <a:pt x="0" y="0"/>
                </a:moveTo>
                <a:lnTo>
                  <a:pt x="1594164" y="0"/>
                </a:lnTo>
                <a:lnTo>
                  <a:pt x="1594164" y="2566059"/>
                </a:lnTo>
                <a:lnTo>
                  <a:pt x="0" y="25660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5" name="Google Shape;35;p5"/>
          <p:cNvSpPr/>
          <p:nvPr/>
        </p:nvSpPr>
        <p:spPr>
          <a:xfrm rot="431425">
            <a:off x="7461329" y="3564216"/>
            <a:ext cx="1020296" cy="3023098"/>
          </a:xfrm>
          <a:custGeom>
            <a:avLst/>
            <a:gdLst/>
            <a:ahLst/>
            <a:cxnLst/>
            <a:rect l="l" t="t" r="r" b="b"/>
            <a:pathLst>
              <a:path w="751222" h="2225843" extrusionOk="0">
                <a:moveTo>
                  <a:pt x="0" y="0"/>
                </a:moveTo>
                <a:lnTo>
                  <a:pt x="751222" y="0"/>
                </a:lnTo>
                <a:lnTo>
                  <a:pt x="751222" y="2225843"/>
                </a:lnTo>
                <a:lnTo>
                  <a:pt x="0" y="22258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 rot="2262013">
            <a:off x="-97244" y="2835129"/>
            <a:ext cx="2215565" cy="2035550"/>
          </a:xfrm>
          <a:custGeom>
            <a:avLst/>
            <a:gdLst/>
            <a:ahLst/>
            <a:cxnLst/>
            <a:rect l="l" t="t" r="r" b="b"/>
            <a:pathLst>
              <a:path w="2568501" h="2359810" extrusionOk="0">
                <a:moveTo>
                  <a:pt x="0" y="0"/>
                </a:moveTo>
                <a:lnTo>
                  <a:pt x="2568501" y="0"/>
                </a:lnTo>
                <a:lnTo>
                  <a:pt x="2568501" y="2359810"/>
                </a:lnTo>
                <a:lnTo>
                  <a:pt x="0" y="23598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0" name="Google Shape;40;p6"/>
          <p:cNvSpPr/>
          <p:nvPr/>
        </p:nvSpPr>
        <p:spPr>
          <a:xfrm rot="514380">
            <a:off x="7026374" y="-93927"/>
            <a:ext cx="1401441" cy="3046611"/>
          </a:xfrm>
          <a:custGeom>
            <a:avLst/>
            <a:gdLst/>
            <a:ahLst/>
            <a:cxnLst/>
            <a:rect l="l" t="t" r="r" b="b"/>
            <a:pathLst>
              <a:path w="1392746" h="3027709" extrusionOk="0">
                <a:moveTo>
                  <a:pt x="0" y="0"/>
                </a:moveTo>
                <a:lnTo>
                  <a:pt x="1392746" y="0"/>
                </a:lnTo>
                <a:lnTo>
                  <a:pt x="1392746" y="3027708"/>
                </a:lnTo>
                <a:lnTo>
                  <a:pt x="0" y="3027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7"/>
          <p:cNvSpPr/>
          <p:nvPr/>
        </p:nvSpPr>
        <p:spPr>
          <a:xfrm rot="551716">
            <a:off x="7454712" y="3362666"/>
            <a:ext cx="1240676" cy="2021468"/>
          </a:xfrm>
          <a:custGeom>
            <a:avLst/>
            <a:gdLst/>
            <a:ahLst/>
            <a:cxnLst/>
            <a:rect l="l" t="t" r="r" b="b"/>
            <a:pathLst>
              <a:path w="1279094" h="2084064" extrusionOk="0">
                <a:moveTo>
                  <a:pt x="0" y="0"/>
                </a:moveTo>
                <a:lnTo>
                  <a:pt x="1279095" y="0"/>
                </a:lnTo>
                <a:lnTo>
                  <a:pt x="1279095" y="2084064"/>
                </a:lnTo>
                <a:lnTo>
                  <a:pt x="0" y="20840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" name="Google Shape;45;p7"/>
          <p:cNvSpPr/>
          <p:nvPr/>
        </p:nvSpPr>
        <p:spPr>
          <a:xfrm rot="967429">
            <a:off x="8141056" y="-159579"/>
            <a:ext cx="1211472" cy="1212988"/>
          </a:xfrm>
          <a:custGeom>
            <a:avLst/>
            <a:gdLst/>
            <a:ahLst/>
            <a:cxnLst/>
            <a:rect l="l" t="t" r="r" b="b"/>
            <a:pathLst>
              <a:path w="1373236" h="1374954" extrusionOk="0">
                <a:moveTo>
                  <a:pt x="0" y="0"/>
                </a:moveTo>
                <a:lnTo>
                  <a:pt x="1373236" y="0"/>
                </a:lnTo>
                <a:lnTo>
                  <a:pt x="1373236" y="1374955"/>
                </a:lnTo>
                <a:lnTo>
                  <a:pt x="0" y="1374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6" name="Google Shape;46;p7"/>
          <p:cNvSpPr/>
          <p:nvPr/>
        </p:nvSpPr>
        <p:spPr>
          <a:xfrm rot="-291100">
            <a:off x="-217908" y="3848541"/>
            <a:ext cx="1083420" cy="1578754"/>
          </a:xfrm>
          <a:custGeom>
            <a:avLst/>
            <a:gdLst/>
            <a:ahLst/>
            <a:cxnLst/>
            <a:rect l="l" t="t" r="r" b="b"/>
            <a:pathLst>
              <a:path w="1145399" h="1669069" extrusionOk="0">
                <a:moveTo>
                  <a:pt x="0" y="0"/>
                </a:moveTo>
                <a:lnTo>
                  <a:pt x="1145398" y="0"/>
                </a:lnTo>
                <a:lnTo>
                  <a:pt x="1145398" y="1669069"/>
                </a:lnTo>
                <a:lnTo>
                  <a:pt x="0" y="1669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8"/>
          <p:cNvSpPr/>
          <p:nvPr/>
        </p:nvSpPr>
        <p:spPr>
          <a:xfrm>
            <a:off x="4310700" y="2993578"/>
            <a:ext cx="1086752" cy="2428496"/>
          </a:xfrm>
          <a:custGeom>
            <a:avLst/>
            <a:gdLst/>
            <a:ahLst/>
            <a:cxnLst/>
            <a:rect l="l" t="t" r="r" b="b"/>
            <a:pathLst>
              <a:path w="1256361" h="2807510" extrusionOk="0">
                <a:moveTo>
                  <a:pt x="0" y="0"/>
                </a:moveTo>
                <a:lnTo>
                  <a:pt x="1256361" y="0"/>
                </a:lnTo>
                <a:lnTo>
                  <a:pt x="1256361" y="2807511"/>
                </a:lnTo>
                <a:lnTo>
                  <a:pt x="0" y="2807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4" name="Google Shape;54;p8"/>
          <p:cNvSpPr/>
          <p:nvPr/>
        </p:nvSpPr>
        <p:spPr>
          <a:xfrm rot="-381649">
            <a:off x="62190" y="-16459"/>
            <a:ext cx="1177264" cy="1188065"/>
          </a:xfrm>
          <a:custGeom>
            <a:avLst/>
            <a:gdLst/>
            <a:ahLst/>
            <a:cxnLst/>
            <a:rect l="l" t="t" r="r" b="b"/>
            <a:pathLst>
              <a:path w="1534448" h="1548526" extrusionOk="0">
                <a:moveTo>
                  <a:pt x="0" y="0"/>
                </a:moveTo>
                <a:lnTo>
                  <a:pt x="1534448" y="0"/>
                </a:lnTo>
                <a:lnTo>
                  <a:pt x="1534448" y="1548526"/>
                </a:lnTo>
                <a:lnTo>
                  <a:pt x="0" y="1548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 rot="-188886">
            <a:off x="668410" y="671228"/>
            <a:ext cx="7818017" cy="3070348"/>
          </a:xfrm>
          <a:custGeom>
            <a:avLst/>
            <a:gdLst/>
            <a:ahLst/>
            <a:cxnLst/>
            <a:rect l="l" t="t" r="r" b="b"/>
            <a:pathLst>
              <a:path w="15612438" h="6131430" extrusionOk="0">
                <a:moveTo>
                  <a:pt x="0" y="0"/>
                </a:moveTo>
                <a:lnTo>
                  <a:pt x="15612438" y="0"/>
                </a:lnTo>
                <a:lnTo>
                  <a:pt x="15612438" y="6131430"/>
                </a:lnTo>
                <a:lnTo>
                  <a:pt x="0" y="6131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7" name="Google Shape;57;p9"/>
          <p:cNvSpPr/>
          <p:nvPr/>
        </p:nvSpPr>
        <p:spPr>
          <a:xfrm rot="1416777">
            <a:off x="370501" y="3476652"/>
            <a:ext cx="1644963" cy="469990"/>
          </a:xfrm>
          <a:custGeom>
            <a:avLst/>
            <a:gdLst/>
            <a:ahLst/>
            <a:cxnLst/>
            <a:rect l="l" t="t" r="r" b="b"/>
            <a:pathLst>
              <a:path w="3294501" h="941286" extrusionOk="0">
                <a:moveTo>
                  <a:pt x="0" y="0"/>
                </a:moveTo>
                <a:lnTo>
                  <a:pt x="3294501" y="0"/>
                </a:lnTo>
                <a:lnTo>
                  <a:pt x="3294501" y="941286"/>
                </a:lnTo>
                <a:lnTo>
                  <a:pt x="0" y="9412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8" name="Google Shape;58;p9"/>
          <p:cNvSpPr/>
          <p:nvPr/>
        </p:nvSpPr>
        <p:spPr>
          <a:xfrm rot="1470904">
            <a:off x="7162014" y="302440"/>
            <a:ext cx="1545927" cy="405806"/>
          </a:xfrm>
          <a:custGeom>
            <a:avLst/>
            <a:gdLst/>
            <a:ahLst/>
            <a:cxnLst/>
            <a:rect l="l" t="t" r="r" b="b"/>
            <a:pathLst>
              <a:path w="3091352" h="811480" extrusionOk="0">
                <a:moveTo>
                  <a:pt x="0" y="0"/>
                </a:moveTo>
                <a:lnTo>
                  <a:pt x="3091352" y="0"/>
                </a:lnTo>
                <a:lnTo>
                  <a:pt x="3091352" y="811480"/>
                </a:lnTo>
                <a:lnTo>
                  <a:pt x="0" y="8114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9" name="Google Shape;59;p9"/>
          <p:cNvSpPr/>
          <p:nvPr/>
        </p:nvSpPr>
        <p:spPr>
          <a:xfrm>
            <a:off x="-400409" y="-2057400"/>
            <a:ext cx="1337310" cy="4114800"/>
          </a:xfrm>
          <a:custGeom>
            <a:avLst/>
            <a:gdLst/>
            <a:ahLst/>
            <a:cxnLst/>
            <a:rect l="l" t="t" r="r" b="b"/>
            <a:pathLst>
              <a:path w="2674620" h="8229600" extrusionOk="0">
                <a:moveTo>
                  <a:pt x="0" y="0"/>
                </a:moveTo>
                <a:lnTo>
                  <a:pt x="2674620" y="0"/>
                </a:lnTo>
                <a:lnTo>
                  <a:pt x="26746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rple Purse"/>
              <a:buNone/>
              <a:defRPr sz="2800">
                <a:solidFill>
                  <a:schemeClr val="dk1"/>
                </a:solidFill>
                <a:latin typeface="Purple Purse"/>
                <a:ea typeface="Purple Purse"/>
                <a:cs typeface="Purple Purse"/>
                <a:sym typeface="Purple Purs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urple Purse"/>
              <a:buChar char="●"/>
              <a:defRPr sz="1800">
                <a:solidFill>
                  <a:schemeClr val="dk2"/>
                </a:solidFill>
                <a:latin typeface="Purple Purse"/>
                <a:ea typeface="Purple Purse"/>
                <a:cs typeface="Purple Purse"/>
                <a:sym typeface="Purple Purs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rand Hotel"/>
              <a:buChar char="○"/>
              <a:defRPr>
                <a:solidFill>
                  <a:schemeClr val="dk2"/>
                </a:solidFill>
                <a:latin typeface="Grand Hotel"/>
                <a:ea typeface="Grand Hotel"/>
                <a:cs typeface="Grand Hotel"/>
                <a:sym typeface="Grand Hotel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 Medium"/>
              <a:buChar char="■"/>
              <a:defRPr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 Medium"/>
              <a:buChar char="●"/>
              <a:defRPr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 Medium"/>
              <a:buChar char="○"/>
              <a:defRPr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 Medium"/>
              <a:buChar char="■"/>
              <a:defRPr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 Medium"/>
              <a:buChar char="●"/>
              <a:defRPr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 Medium"/>
              <a:buChar char="○"/>
              <a:defRPr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 Medium"/>
              <a:buChar char="■"/>
              <a:defRPr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openxmlformats.org/officeDocument/2006/relationships/image" Target="../media/image14.png"/><Relationship Id="rId4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8.png"/><Relationship Id="rId5" Type="http://schemas.openxmlformats.org/officeDocument/2006/relationships/image" Target="../media/image7.png"/><Relationship Id="rId4" Type="http://schemas.openxmlformats.org/officeDocument/2006/relationships/image" Target="../media/image24.png"/><Relationship Id="rId9" Type="http://schemas.openxmlformats.org/officeDocument/2006/relationships/image" Target="../media/image2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0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CB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/>
          <p:nvPr/>
        </p:nvSpPr>
        <p:spPr>
          <a:xfrm>
            <a:off x="-367150" y="-2043625"/>
            <a:ext cx="11147654" cy="8771298"/>
          </a:xfrm>
          <a:custGeom>
            <a:avLst/>
            <a:gdLst/>
            <a:ahLst/>
            <a:cxnLst/>
            <a:rect l="l" t="t" r="r" b="b"/>
            <a:pathLst>
              <a:path w="20643803" h="16243144" extrusionOk="0">
                <a:moveTo>
                  <a:pt x="0" y="0"/>
                </a:moveTo>
                <a:lnTo>
                  <a:pt x="20643803" y="0"/>
                </a:lnTo>
                <a:lnTo>
                  <a:pt x="20643803" y="16243144"/>
                </a:lnTo>
                <a:lnTo>
                  <a:pt x="0" y="16243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1000"/>
            </a:blip>
            <a:stretch>
              <a:fillRect l="-829" t="-19359" b="-19359"/>
            </a:stretch>
          </a:blipFill>
          <a:ln>
            <a:noFill/>
          </a:ln>
        </p:spPr>
      </p:sp>
      <p:sp>
        <p:nvSpPr>
          <p:cNvPr id="69" name="Google Shape;69;p11"/>
          <p:cNvSpPr/>
          <p:nvPr/>
        </p:nvSpPr>
        <p:spPr>
          <a:xfrm rot="-5400000">
            <a:off x="2754435" y="-1114504"/>
            <a:ext cx="3453435" cy="7507466"/>
          </a:xfrm>
          <a:custGeom>
            <a:avLst/>
            <a:gdLst/>
            <a:ahLst/>
            <a:cxnLst/>
            <a:rect l="l" t="t" r="r" b="b"/>
            <a:pathLst>
              <a:path w="6906869" h="15014932" extrusionOk="0">
                <a:moveTo>
                  <a:pt x="0" y="0"/>
                </a:moveTo>
                <a:lnTo>
                  <a:pt x="6906869" y="0"/>
                </a:lnTo>
                <a:lnTo>
                  <a:pt x="6906869" y="15014932"/>
                </a:lnTo>
                <a:lnTo>
                  <a:pt x="0" y="15014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3" name="Google Shape;73;p11"/>
          <p:cNvSpPr/>
          <p:nvPr/>
        </p:nvSpPr>
        <p:spPr>
          <a:xfrm>
            <a:off x="6617393" y="2853362"/>
            <a:ext cx="2837793" cy="2057400"/>
          </a:xfrm>
          <a:custGeom>
            <a:avLst/>
            <a:gdLst/>
            <a:ahLst/>
            <a:cxnLst/>
            <a:rect l="l" t="t" r="r" b="b"/>
            <a:pathLst>
              <a:path w="5675586" h="4114800" extrusionOk="0">
                <a:moveTo>
                  <a:pt x="0" y="0"/>
                </a:moveTo>
                <a:lnTo>
                  <a:pt x="5675586" y="0"/>
                </a:lnTo>
                <a:lnTo>
                  <a:pt x="56755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5" name="Google Shape;75;p11"/>
          <p:cNvSpPr/>
          <p:nvPr/>
        </p:nvSpPr>
        <p:spPr>
          <a:xfrm rot="887810">
            <a:off x="429921" y="211290"/>
            <a:ext cx="1378107" cy="1278194"/>
          </a:xfrm>
          <a:custGeom>
            <a:avLst/>
            <a:gdLst/>
            <a:ahLst/>
            <a:cxnLst/>
            <a:rect l="l" t="t" r="r" b="b"/>
            <a:pathLst>
              <a:path w="2756213" h="2556387" extrusionOk="0">
                <a:moveTo>
                  <a:pt x="0" y="0"/>
                </a:moveTo>
                <a:lnTo>
                  <a:pt x="2756213" y="0"/>
                </a:lnTo>
                <a:lnTo>
                  <a:pt x="2756213" y="2556387"/>
                </a:lnTo>
                <a:lnTo>
                  <a:pt x="0" y="25563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6" name="Google Shape;76;p11"/>
          <p:cNvSpPr txBox="1"/>
          <p:nvPr/>
        </p:nvSpPr>
        <p:spPr>
          <a:xfrm>
            <a:off x="1454086" y="2523838"/>
            <a:ext cx="623582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rgbClr val="5FBFE0"/>
                </a:solidFill>
                <a:latin typeface="Purple Purse"/>
                <a:sym typeface="Purple Purse"/>
              </a:rPr>
              <a:t>DATABASE PROJECT</a:t>
            </a:r>
            <a:endParaRPr sz="100" b="1" dirty="0"/>
          </a:p>
        </p:txBody>
      </p:sp>
      <p:sp>
        <p:nvSpPr>
          <p:cNvPr id="77" name="Google Shape;77;p11"/>
          <p:cNvSpPr txBox="1"/>
          <p:nvPr/>
        </p:nvSpPr>
        <p:spPr>
          <a:xfrm>
            <a:off x="1948399" y="1666754"/>
            <a:ext cx="5247201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595959"/>
                </a:solidFill>
                <a:latin typeface="Grand Hotel"/>
                <a:sym typeface="Grand Hotel"/>
              </a:rPr>
              <a:t>TRAVEL MANAGEMENT SYSTEM</a:t>
            </a:r>
            <a:endParaRPr sz="100" b="1" dirty="0"/>
          </a:p>
        </p:txBody>
      </p:sp>
      <p:sp>
        <p:nvSpPr>
          <p:cNvPr id="2" name="Google Shape;151;p15">
            <a:extLst>
              <a:ext uri="{FF2B5EF4-FFF2-40B4-BE49-F238E27FC236}">
                <a16:creationId xmlns:a16="http://schemas.microsoft.com/office/drawing/2014/main" id="{BD4CEDD3-7107-2213-108F-637914FF8A54}"/>
              </a:ext>
            </a:extLst>
          </p:cNvPr>
          <p:cNvSpPr/>
          <p:nvPr/>
        </p:nvSpPr>
        <p:spPr>
          <a:xfrm rot="-1265804">
            <a:off x="395290" y="3407775"/>
            <a:ext cx="1679724" cy="1377131"/>
          </a:xfrm>
          <a:custGeom>
            <a:avLst/>
            <a:gdLst/>
            <a:ahLst/>
            <a:cxnLst/>
            <a:rect l="l" t="t" r="r" b="b"/>
            <a:pathLst>
              <a:path w="4664572" h="3306015" extrusionOk="0">
                <a:moveTo>
                  <a:pt x="0" y="0"/>
                </a:moveTo>
                <a:lnTo>
                  <a:pt x="4664572" y="0"/>
                </a:lnTo>
                <a:lnTo>
                  <a:pt x="4664572" y="3306016"/>
                </a:lnTo>
                <a:lnTo>
                  <a:pt x="0" y="33060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Google Shape;126;p14">
            <a:extLst>
              <a:ext uri="{FF2B5EF4-FFF2-40B4-BE49-F238E27FC236}">
                <a16:creationId xmlns:a16="http://schemas.microsoft.com/office/drawing/2014/main" id="{540A36EF-A9B4-A0B6-A523-9359BBCC94A8}"/>
              </a:ext>
            </a:extLst>
          </p:cNvPr>
          <p:cNvSpPr/>
          <p:nvPr/>
        </p:nvSpPr>
        <p:spPr>
          <a:xfrm rot="13842384">
            <a:off x="6344203" y="1037286"/>
            <a:ext cx="2283407" cy="536600"/>
          </a:xfrm>
          <a:custGeom>
            <a:avLst/>
            <a:gdLst/>
            <a:ahLst/>
            <a:cxnLst/>
            <a:rect l="l" t="t" r="r" b="b"/>
            <a:pathLst>
              <a:path w="4566813" h="1073201" extrusionOk="0">
                <a:moveTo>
                  <a:pt x="0" y="0"/>
                </a:moveTo>
                <a:lnTo>
                  <a:pt x="4566813" y="0"/>
                </a:lnTo>
                <a:lnTo>
                  <a:pt x="4566813" y="1073201"/>
                </a:lnTo>
                <a:lnTo>
                  <a:pt x="0" y="10732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DECB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/>
          <p:nvPr/>
        </p:nvSpPr>
        <p:spPr>
          <a:xfrm>
            <a:off x="-367150" y="-2043625"/>
            <a:ext cx="11147654" cy="8771298"/>
          </a:xfrm>
          <a:custGeom>
            <a:avLst/>
            <a:gdLst/>
            <a:ahLst/>
            <a:cxnLst/>
            <a:rect l="l" t="t" r="r" b="b"/>
            <a:pathLst>
              <a:path w="20643803" h="16243144" extrusionOk="0">
                <a:moveTo>
                  <a:pt x="0" y="0"/>
                </a:moveTo>
                <a:lnTo>
                  <a:pt x="20643803" y="0"/>
                </a:lnTo>
                <a:lnTo>
                  <a:pt x="20643803" y="16243144"/>
                </a:lnTo>
                <a:lnTo>
                  <a:pt x="0" y="16243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1000"/>
            </a:blip>
            <a:stretch>
              <a:fillRect l="-829" t="-19359" b="-19359"/>
            </a:stretch>
          </a:blipFill>
          <a:ln>
            <a:noFill/>
          </a:ln>
        </p:spPr>
      </p:sp>
      <p:sp>
        <p:nvSpPr>
          <p:cNvPr id="83" name="Google Shape;83;p12"/>
          <p:cNvSpPr/>
          <p:nvPr/>
        </p:nvSpPr>
        <p:spPr>
          <a:xfrm rot="189212">
            <a:off x="97302" y="1549513"/>
            <a:ext cx="3220651" cy="3486925"/>
          </a:xfrm>
          <a:custGeom>
            <a:avLst/>
            <a:gdLst/>
            <a:ahLst/>
            <a:cxnLst/>
            <a:rect l="l" t="t" r="r" b="b"/>
            <a:pathLst>
              <a:path w="6441301" h="6973850" extrusionOk="0">
                <a:moveTo>
                  <a:pt x="0" y="0"/>
                </a:moveTo>
                <a:lnTo>
                  <a:pt x="6441301" y="0"/>
                </a:lnTo>
                <a:lnTo>
                  <a:pt x="6441301" y="6973850"/>
                </a:lnTo>
                <a:lnTo>
                  <a:pt x="0" y="6973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4" name="Google Shape;84;p12"/>
          <p:cNvSpPr/>
          <p:nvPr/>
        </p:nvSpPr>
        <p:spPr>
          <a:xfrm rot="237636">
            <a:off x="3230670" y="1549513"/>
            <a:ext cx="3220651" cy="3486925"/>
          </a:xfrm>
          <a:custGeom>
            <a:avLst/>
            <a:gdLst/>
            <a:ahLst/>
            <a:cxnLst/>
            <a:rect l="l" t="t" r="r" b="b"/>
            <a:pathLst>
              <a:path w="6441301" h="6973850" extrusionOk="0">
                <a:moveTo>
                  <a:pt x="0" y="0"/>
                </a:moveTo>
                <a:lnTo>
                  <a:pt x="6441301" y="0"/>
                </a:lnTo>
                <a:lnTo>
                  <a:pt x="6441301" y="6973850"/>
                </a:lnTo>
                <a:lnTo>
                  <a:pt x="0" y="6973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5" name="Google Shape;85;p12"/>
          <p:cNvSpPr/>
          <p:nvPr/>
        </p:nvSpPr>
        <p:spPr>
          <a:xfrm rot="-374480">
            <a:off x="6421289" y="1549513"/>
            <a:ext cx="2636172" cy="2854123"/>
          </a:xfrm>
          <a:custGeom>
            <a:avLst/>
            <a:gdLst/>
            <a:ahLst/>
            <a:cxnLst/>
            <a:rect l="l" t="t" r="r" b="b"/>
            <a:pathLst>
              <a:path w="5272343" h="5708245" extrusionOk="0">
                <a:moveTo>
                  <a:pt x="0" y="0"/>
                </a:moveTo>
                <a:lnTo>
                  <a:pt x="5272343" y="0"/>
                </a:lnTo>
                <a:lnTo>
                  <a:pt x="5272343" y="5708245"/>
                </a:lnTo>
                <a:lnTo>
                  <a:pt x="0" y="57082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7" name="Google Shape;87;p12"/>
          <p:cNvSpPr/>
          <p:nvPr/>
        </p:nvSpPr>
        <p:spPr>
          <a:xfrm rot="-1827509">
            <a:off x="7673296" y="-514350"/>
            <a:ext cx="1529967" cy="1531882"/>
          </a:xfrm>
          <a:custGeom>
            <a:avLst/>
            <a:gdLst/>
            <a:ahLst/>
            <a:cxnLst/>
            <a:rect l="l" t="t" r="r" b="b"/>
            <a:pathLst>
              <a:path w="3059934" h="3063764" extrusionOk="0">
                <a:moveTo>
                  <a:pt x="0" y="0"/>
                </a:moveTo>
                <a:lnTo>
                  <a:pt x="3059934" y="0"/>
                </a:lnTo>
                <a:lnTo>
                  <a:pt x="3059934" y="3063764"/>
                </a:lnTo>
                <a:lnTo>
                  <a:pt x="0" y="3063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8" name="Google Shape;88;p12"/>
          <p:cNvSpPr/>
          <p:nvPr/>
        </p:nvSpPr>
        <p:spPr>
          <a:xfrm rot="5693318">
            <a:off x="1594470" y="586384"/>
            <a:ext cx="226314" cy="2057400"/>
          </a:xfrm>
          <a:custGeom>
            <a:avLst/>
            <a:gdLst/>
            <a:ahLst/>
            <a:cxnLst/>
            <a:rect l="l" t="t" r="r" b="b"/>
            <a:pathLst>
              <a:path w="452628" h="4114800" extrusionOk="0">
                <a:moveTo>
                  <a:pt x="0" y="0"/>
                </a:moveTo>
                <a:lnTo>
                  <a:pt x="452628" y="0"/>
                </a:lnTo>
                <a:lnTo>
                  <a:pt x="4526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9" name="Google Shape;89;p12"/>
          <p:cNvSpPr/>
          <p:nvPr/>
        </p:nvSpPr>
        <p:spPr>
          <a:xfrm rot="5470405">
            <a:off x="4660152" y="586383"/>
            <a:ext cx="226314" cy="2057400"/>
          </a:xfrm>
          <a:custGeom>
            <a:avLst/>
            <a:gdLst/>
            <a:ahLst/>
            <a:cxnLst/>
            <a:rect l="l" t="t" r="r" b="b"/>
            <a:pathLst>
              <a:path w="452628" h="4114800" extrusionOk="0">
                <a:moveTo>
                  <a:pt x="0" y="0"/>
                </a:moveTo>
                <a:lnTo>
                  <a:pt x="452628" y="0"/>
                </a:lnTo>
                <a:lnTo>
                  <a:pt x="4526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0" name="Google Shape;90;p12"/>
          <p:cNvSpPr/>
          <p:nvPr/>
        </p:nvSpPr>
        <p:spPr>
          <a:xfrm rot="4987449">
            <a:off x="7305793" y="586383"/>
            <a:ext cx="226314" cy="2057400"/>
          </a:xfrm>
          <a:custGeom>
            <a:avLst/>
            <a:gdLst/>
            <a:ahLst/>
            <a:cxnLst/>
            <a:rect l="l" t="t" r="r" b="b"/>
            <a:pathLst>
              <a:path w="452628" h="4114800" extrusionOk="0">
                <a:moveTo>
                  <a:pt x="0" y="0"/>
                </a:moveTo>
                <a:lnTo>
                  <a:pt x="452628" y="0"/>
                </a:lnTo>
                <a:lnTo>
                  <a:pt x="4526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1" name="Google Shape;91;p12"/>
          <p:cNvSpPr txBox="1"/>
          <p:nvPr/>
        </p:nvSpPr>
        <p:spPr>
          <a:xfrm>
            <a:off x="-190029" y="450319"/>
            <a:ext cx="9524058" cy="105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 dirty="0">
                <a:solidFill>
                  <a:srgbClr val="595959"/>
                </a:solidFill>
                <a:latin typeface="Purple Purse"/>
                <a:sym typeface="Purple Purse"/>
              </a:rPr>
              <a:t>PRESENTERS</a:t>
            </a:r>
            <a:endParaRPr sz="700" dirty="0"/>
          </a:p>
        </p:txBody>
      </p:sp>
      <p:sp>
        <p:nvSpPr>
          <p:cNvPr id="92" name="Google Shape;92;p12"/>
          <p:cNvSpPr txBox="1"/>
          <p:nvPr/>
        </p:nvSpPr>
        <p:spPr>
          <a:xfrm>
            <a:off x="354170" y="2580953"/>
            <a:ext cx="2454600" cy="12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/>
          </a:p>
        </p:txBody>
      </p:sp>
      <p:sp>
        <p:nvSpPr>
          <p:cNvPr id="93" name="Google Shape;93;p12"/>
          <p:cNvSpPr txBox="1"/>
          <p:nvPr/>
        </p:nvSpPr>
        <p:spPr>
          <a:xfrm>
            <a:off x="206372" y="2297180"/>
            <a:ext cx="2576641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595959"/>
                </a:solidFill>
                <a:latin typeface="Grand Hotel"/>
                <a:sym typeface="Grand Hotel"/>
              </a:rPr>
              <a:t>HAFSA KHURRAM</a:t>
            </a:r>
            <a:endParaRPr sz="800" b="1" dirty="0"/>
          </a:p>
        </p:txBody>
      </p:sp>
      <p:sp>
        <p:nvSpPr>
          <p:cNvPr id="95" name="Google Shape;95;p12"/>
          <p:cNvSpPr txBox="1"/>
          <p:nvPr/>
        </p:nvSpPr>
        <p:spPr>
          <a:xfrm>
            <a:off x="3412405" y="1969644"/>
            <a:ext cx="2570651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595959"/>
                </a:solidFill>
                <a:latin typeface="Grand Hotel"/>
                <a:sym typeface="Grand Hotel"/>
              </a:rPr>
              <a:t>SYEDA HUMAIMA BUKHARI</a:t>
            </a:r>
            <a:endParaRPr sz="800" b="1" dirty="0"/>
          </a:p>
        </p:txBody>
      </p:sp>
      <p:sp>
        <p:nvSpPr>
          <p:cNvPr id="97" name="Google Shape;97;p12"/>
          <p:cNvSpPr txBox="1"/>
          <p:nvPr/>
        </p:nvSpPr>
        <p:spPr>
          <a:xfrm>
            <a:off x="6521691" y="2069674"/>
            <a:ext cx="2274483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595959"/>
                </a:solidFill>
                <a:latin typeface="Grand Hotel"/>
                <a:sym typeface="Grand Hotel"/>
              </a:rPr>
              <a:t>ZAINAB 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595959"/>
                </a:solidFill>
                <a:latin typeface="Grand Hotel"/>
                <a:sym typeface="Grand Hotel"/>
              </a:rPr>
              <a:t>ASIF</a:t>
            </a:r>
            <a:endParaRPr sz="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/>
          <p:nvPr/>
        </p:nvSpPr>
        <p:spPr>
          <a:xfrm>
            <a:off x="-367150" y="-2043625"/>
            <a:ext cx="10732848" cy="8771298"/>
          </a:xfrm>
          <a:custGeom>
            <a:avLst/>
            <a:gdLst/>
            <a:ahLst/>
            <a:cxnLst/>
            <a:rect l="l" t="t" r="r" b="b"/>
            <a:pathLst>
              <a:path w="20643803" h="16243144" extrusionOk="0">
                <a:moveTo>
                  <a:pt x="0" y="0"/>
                </a:moveTo>
                <a:lnTo>
                  <a:pt x="20643803" y="0"/>
                </a:lnTo>
                <a:lnTo>
                  <a:pt x="20643803" y="16243144"/>
                </a:lnTo>
                <a:lnTo>
                  <a:pt x="0" y="16243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1000"/>
            </a:blip>
            <a:stretch>
              <a:fillRect l="-829" t="-19359" b="-19359"/>
            </a:stretch>
          </a:blipFill>
          <a:ln>
            <a:noFill/>
          </a:ln>
        </p:spPr>
      </p:sp>
      <p:sp>
        <p:nvSpPr>
          <p:cNvPr id="103" name="Google Shape;103;p13"/>
          <p:cNvSpPr/>
          <p:nvPr/>
        </p:nvSpPr>
        <p:spPr>
          <a:xfrm>
            <a:off x="295039" y="1766355"/>
            <a:ext cx="2441906" cy="3635326"/>
          </a:xfrm>
          <a:custGeom>
            <a:avLst/>
            <a:gdLst/>
            <a:ahLst/>
            <a:cxnLst/>
            <a:rect l="l" t="t" r="r" b="b"/>
            <a:pathLst>
              <a:path w="5167014" h="7362326" extrusionOk="0">
                <a:moveTo>
                  <a:pt x="0" y="0"/>
                </a:moveTo>
                <a:lnTo>
                  <a:pt x="5167014" y="0"/>
                </a:lnTo>
                <a:lnTo>
                  <a:pt x="5167014" y="7362326"/>
                </a:lnTo>
                <a:lnTo>
                  <a:pt x="0" y="73623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PK" dirty="0"/>
          </a:p>
        </p:txBody>
      </p:sp>
      <p:sp>
        <p:nvSpPr>
          <p:cNvPr id="104" name="Google Shape;104;p13"/>
          <p:cNvSpPr/>
          <p:nvPr/>
        </p:nvSpPr>
        <p:spPr>
          <a:xfrm rot="255544">
            <a:off x="3323971" y="1683669"/>
            <a:ext cx="2583507" cy="3681163"/>
          </a:xfrm>
          <a:custGeom>
            <a:avLst/>
            <a:gdLst/>
            <a:ahLst/>
            <a:cxnLst/>
            <a:rect l="l" t="t" r="r" b="b"/>
            <a:pathLst>
              <a:path w="5167014" h="7362326" extrusionOk="0">
                <a:moveTo>
                  <a:pt x="0" y="0"/>
                </a:moveTo>
                <a:lnTo>
                  <a:pt x="5167014" y="0"/>
                </a:lnTo>
                <a:lnTo>
                  <a:pt x="5167014" y="7362326"/>
                </a:lnTo>
                <a:lnTo>
                  <a:pt x="0" y="73623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5" name="Google Shape;105;p13"/>
          <p:cNvSpPr/>
          <p:nvPr/>
        </p:nvSpPr>
        <p:spPr>
          <a:xfrm rot="-298433">
            <a:off x="6322003" y="1722763"/>
            <a:ext cx="2583507" cy="3681163"/>
          </a:xfrm>
          <a:custGeom>
            <a:avLst/>
            <a:gdLst/>
            <a:ahLst/>
            <a:cxnLst/>
            <a:rect l="l" t="t" r="r" b="b"/>
            <a:pathLst>
              <a:path w="5167014" h="7362326" extrusionOk="0">
                <a:moveTo>
                  <a:pt x="0" y="0"/>
                </a:moveTo>
                <a:lnTo>
                  <a:pt x="5167014" y="0"/>
                </a:lnTo>
                <a:lnTo>
                  <a:pt x="5167014" y="7362326"/>
                </a:lnTo>
                <a:lnTo>
                  <a:pt x="0" y="73623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8" name="Google Shape;108;p13"/>
          <p:cNvSpPr/>
          <p:nvPr/>
        </p:nvSpPr>
        <p:spPr>
          <a:xfrm>
            <a:off x="6741263" y="4468481"/>
            <a:ext cx="2024174" cy="321338"/>
          </a:xfrm>
          <a:custGeom>
            <a:avLst/>
            <a:gdLst/>
            <a:ahLst/>
            <a:cxnLst/>
            <a:rect l="l" t="t" r="r" b="b"/>
            <a:pathLst>
              <a:path w="4048349" h="642675" extrusionOk="0">
                <a:moveTo>
                  <a:pt x="0" y="0"/>
                </a:moveTo>
                <a:lnTo>
                  <a:pt x="4048350" y="0"/>
                </a:lnTo>
                <a:lnTo>
                  <a:pt x="4048350" y="642676"/>
                </a:lnTo>
                <a:lnTo>
                  <a:pt x="0" y="6426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9" name="Google Shape;109;p13"/>
          <p:cNvSpPr/>
          <p:nvPr/>
        </p:nvSpPr>
        <p:spPr>
          <a:xfrm>
            <a:off x="645061" y="4468481"/>
            <a:ext cx="2024175" cy="321338"/>
          </a:xfrm>
          <a:custGeom>
            <a:avLst/>
            <a:gdLst/>
            <a:ahLst/>
            <a:cxnLst/>
            <a:rect l="l" t="t" r="r" b="b"/>
            <a:pathLst>
              <a:path w="4048349" h="642675" extrusionOk="0">
                <a:moveTo>
                  <a:pt x="0" y="0"/>
                </a:moveTo>
                <a:lnTo>
                  <a:pt x="4048349" y="0"/>
                </a:lnTo>
                <a:lnTo>
                  <a:pt x="4048349" y="642676"/>
                </a:lnTo>
                <a:lnTo>
                  <a:pt x="0" y="6426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13"/>
          <p:cNvSpPr/>
          <p:nvPr/>
        </p:nvSpPr>
        <p:spPr>
          <a:xfrm>
            <a:off x="3559913" y="4468481"/>
            <a:ext cx="2024174" cy="321338"/>
          </a:xfrm>
          <a:custGeom>
            <a:avLst/>
            <a:gdLst/>
            <a:ahLst/>
            <a:cxnLst/>
            <a:rect l="l" t="t" r="r" b="b"/>
            <a:pathLst>
              <a:path w="4048349" h="642675" extrusionOk="0">
                <a:moveTo>
                  <a:pt x="0" y="0"/>
                </a:moveTo>
                <a:lnTo>
                  <a:pt x="4048350" y="0"/>
                </a:lnTo>
                <a:lnTo>
                  <a:pt x="4048350" y="642676"/>
                </a:lnTo>
                <a:lnTo>
                  <a:pt x="0" y="6426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2" name="Google Shape;112;p13"/>
          <p:cNvSpPr txBox="1"/>
          <p:nvPr/>
        </p:nvSpPr>
        <p:spPr>
          <a:xfrm>
            <a:off x="3858411" y="2952711"/>
            <a:ext cx="165303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595959"/>
                </a:solidFill>
                <a:latin typeface="Grand Hotel"/>
                <a:sym typeface="Grand Hotel"/>
              </a:rPr>
              <a:t>Admin</a:t>
            </a:r>
            <a:endParaRPr sz="700" dirty="0"/>
          </a:p>
        </p:txBody>
      </p:sp>
      <p:sp>
        <p:nvSpPr>
          <p:cNvPr id="113" name="Google Shape;113;p13"/>
          <p:cNvSpPr txBox="1"/>
          <p:nvPr/>
        </p:nvSpPr>
        <p:spPr>
          <a:xfrm>
            <a:off x="3922556" y="3505200"/>
            <a:ext cx="1386337" cy="15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/>
          </a:p>
        </p:txBody>
      </p:sp>
      <p:sp>
        <p:nvSpPr>
          <p:cNvPr id="114" name="Google Shape;114;p13"/>
          <p:cNvSpPr txBox="1"/>
          <p:nvPr/>
        </p:nvSpPr>
        <p:spPr>
          <a:xfrm>
            <a:off x="495309" y="2952711"/>
            <a:ext cx="207213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595959"/>
                </a:solidFill>
                <a:latin typeface="Grand Hotel"/>
                <a:sym typeface="Grand Hotel"/>
              </a:rPr>
              <a:t>User login</a:t>
            </a:r>
            <a:endParaRPr sz="700" dirty="0"/>
          </a:p>
        </p:txBody>
      </p:sp>
      <p:sp>
        <p:nvSpPr>
          <p:cNvPr id="116" name="Google Shape;116;p13"/>
          <p:cNvSpPr txBox="1"/>
          <p:nvPr/>
        </p:nvSpPr>
        <p:spPr>
          <a:xfrm>
            <a:off x="6772315" y="2562903"/>
            <a:ext cx="1897239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595959"/>
                </a:solidFill>
                <a:latin typeface="Grand Hotel"/>
                <a:sym typeface="Grand Hotel"/>
              </a:rPr>
              <a:t>Admin Dashboard</a:t>
            </a:r>
            <a:endParaRPr sz="700" dirty="0"/>
          </a:p>
        </p:txBody>
      </p:sp>
      <p:sp>
        <p:nvSpPr>
          <p:cNvPr id="117" name="Google Shape;117;p13"/>
          <p:cNvSpPr txBox="1"/>
          <p:nvPr/>
        </p:nvSpPr>
        <p:spPr>
          <a:xfrm>
            <a:off x="795776" y="2578793"/>
            <a:ext cx="1405387" cy="15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1" indent="-17145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700" dirty="0"/>
          </a:p>
        </p:txBody>
      </p:sp>
      <p:sp>
        <p:nvSpPr>
          <p:cNvPr id="118" name="Google Shape;118;p13"/>
          <p:cNvSpPr txBox="1"/>
          <p:nvPr/>
        </p:nvSpPr>
        <p:spPr>
          <a:xfrm>
            <a:off x="445112" y="219651"/>
            <a:ext cx="8253776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595959"/>
                </a:solidFill>
                <a:latin typeface="Purple Purse"/>
                <a:sym typeface="Purple Purse"/>
              </a:rPr>
              <a:t>PROJECT OVERVIEW</a:t>
            </a:r>
            <a:endParaRPr sz="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E607A5-4760-9348-5C62-DDF06F144A5A}"/>
              </a:ext>
            </a:extLst>
          </p:cNvPr>
          <p:cNvSpPr txBox="1"/>
          <p:nvPr/>
        </p:nvSpPr>
        <p:spPr>
          <a:xfrm>
            <a:off x="4016183" y="2706746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3D9AF6-4636-4ADF-BF9D-82D3DFC90BD4}"/>
              </a:ext>
            </a:extLst>
          </p:cNvPr>
          <p:cNvSpPr txBox="1"/>
          <p:nvPr/>
        </p:nvSpPr>
        <p:spPr>
          <a:xfrm>
            <a:off x="7433824" y="3563344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E92AE-EC41-9646-FE21-32B0CE87871B}"/>
              </a:ext>
            </a:extLst>
          </p:cNvPr>
          <p:cNvSpPr txBox="1"/>
          <p:nvPr/>
        </p:nvSpPr>
        <p:spPr>
          <a:xfrm>
            <a:off x="7288751" y="2978156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05878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CB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/>
          <p:nvPr/>
        </p:nvSpPr>
        <p:spPr>
          <a:xfrm>
            <a:off x="-367150" y="-2066110"/>
            <a:ext cx="11147654" cy="8771298"/>
          </a:xfrm>
          <a:custGeom>
            <a:avLst/>
            <a:gdLst/>
            <a:ahLst/>
            <a:cxnLst/>
            <a:rect l="l" t="t" r="r" b="b"/>
            <a:pathLst>
              <a:path w="20643803" h="16243144" extrusionOk="0">
                <a:moveTo>
                  <a:pt x="0" y="0"/>
                </a:moveTo>
                <a:lnTo>
                  <a:pt x="20643803" y="0"/>
                </a:lnTo>
                <a:lnTo>
                  <a:pt x="20643803" y="16243144"/>
                </a:lnTo>
                <a:lnTo>
                  <a:pt x="0" y="16243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1000"/>
            </a:blip>
            <a:stretch>
              <a:fillRect l="-829" t="-19359" b="-19359"/>
            </a:stretch>
          </a:blipFill>
          <a:ln>
            <a:noFill/>
          </a:ln>
        </p:spPr>
      </p:sp>
      <p:sp>
        <p:nvSpPr>
          <p:cNvPr id="103" name="Google Shape;103;p13"/>
          <p:cNvSpPr/>
          <p:nvPr/>
        </p:nvSpPr>
        <p:spPr>
          <a:xfrm rot="-310777">
            <a:off x="296818" y="1759869"/>
            <a:ext cx="2583507" cy="3681163"/>
          </a:xfrm>
          <a:custGeom>
            <a:avLst/>
            <a:gdLst/>
            <a:ahLst/>
            <a:cxnLst/>
            <a:rect l="l" t="t" r="r" b="b"/>
            <a:pathLst>
              <a:path w="5167014" h="7362326" extrusionOk="0">
                <a:moveTo>
                  <a:pt x="0" y="0"/>
                </a:moveTo>
                <a:lnTo>
                  <a:pt x="5167014" y="0"/>
                </a:lnTo>
                <a:lnTo>
                  <a:pt x="5167014" y="7362326"/>
                </a:lnTo>
                <a:lnTo>
                  <a:pt x="0" y="73623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4" name="Google Shape;104;p13"/>
          <p:cNvSpPr/>
          <p:nvPr/>
        </p:nvSpPr>
        <p:spPr>
          <a:xfrm rot="255544">
            <a:off x="3323971" y="1683669"/>
            <a:ext cx="2583507" cy="3681163"/>
          </a:xfrm>
          <a:custGeom>
            <a:avLst/>
            <a:gdLst/>
            <a:ahLst/>
            <a:cxnLst/>
            <a:rect l="l" t="t" r="r" b="b"/>
            <a:pathLst>
              <a:path w="5167014" h="7362326" extrusionOk="0">
                <a:moveTo>
                  <a:pt x="0" y="0"/>
                </a:moveTo>
                <a:lnTo>
                  <a:pt x="5167014" y="0"/>
                </a:lnTo>
                <a:lnTo>
                  <a:pt x="5167014" y="7362326"/>
                </a:lnTo>
                <a:lnTo>
                  <a:pt x="0" y="73623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5" name="Google Shape;105;p13"/>
          <p:cNvSpPr/>
          <p:nvPr/>
        </p:nvSpPr>
        <p:spPr>
          <a:xfrm rot="-298433">
            <a:off x="6322003" y="1722763"/>
            <a:ext cx="2583507" cy="3681163"/>
          </a:xfrm>
          <a:custGeom>
            <a:avLst/>
            <a:gdLst/>
            <a:ahLst/>
            <a:cxnLst/>
            <a:rect l="l" t="t" r="r" b="b"/>
            <a:pathLst>
              <a:path w="5167014" h="7362326" extrusionOk="0">
                <a:moveTo>
                  <a:pt x="0" y="0"/>
                </a:moveTo>
                <a:lnTo>
                  <a:pt x="5167014" y="0"/>
                </a:lnTo>
                <a:lnTo>
                  <a:pt x="5167014" y="7362326"/>
                </a:lnTo>
                <a:lnTo>
                  <a:pt x="0" y="73623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8" name="Google Shape;108;p13"/>
          <p:cNvSpPr/>
          <p:nvPr/>
        </p:nvSpPr>
        <p:spPr>
          <a:xfrm>
            <a:off x="6741263" y="4468481"/>
            <a:ext cx="2024174" cy="321338"/>
          </a:xfrm>
          <a:custGeom>
            <a:avLst/>
            <a:gdLst/>
            <a:ahLst/>
            <a:cxnLst/>
            <a:rect l="l" t="t" r="r" b="b"/>
            <a:pathLst>
              <a:path w="4048349" h="642675" extrusionOk="0">
                <a:moveTo>
                  <a:pt x="0" y="0"/>
                </a:moveTo>
                <a:lnTo>
                  <a:pt x="4048350" y="0"/>
                </a:lnTo>
                <a:lnTo>
                  <a:pt x="4048350" y="642676"/>
                </a:lnTo>
                <a:lnTo>
                  <a:pt x="0" y="6426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9" name="Google Shape;109;p13"/>
          <p:cNvSpPr/>
          <p:nvPr/>
        </p:nvSpPr>
        <p:spPr>
          <a:xfrm>
            <a:off x="645061" y="4468481"/>
            <a:ext cx="2024175" cy="321338"/>
          </a:xfrm>
          <a:custGeom>
            <a:avLst/>
            <a:gdLst/>
            <a:ahLst/>
            <a:cxnLst/>
            <a:rect l="l" t="t" r="r" b="b"/>
            <a:pathLst>
              <a:path w="4048349" h="642675" extrusionOk="0">
                <a:moveTo>
                  <a:pt x="0" y="0"/>
                </a:moveTo>
                <a:lnTo>
                  <a:pt x="4048349" y="0"/>
                </a:lnTo>
                <a:lnTo>
                  <a:pt x="4048349" y="642676"/>
                </a:lnTo>
                <a:lnTo>
                  <a:pt x="0" y="6426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13"/>
          <p:cNvSpPr/>
          <p:nvPr/>
        </p:nvSpPr>
        <p:spPr>
          <a:xfrm>
            <a:off x="3559913" y="4468481"/>
            <a:ext cx="2024174" cy="321338"/>
          </a:xfrm>
          <a:custGeom>
            <a:avLst/>
            <a:gdLst/>
            <a:ahLst/>
            <a:cxnLst/>
            <a:rect l="l" t="t" r="r" b="b"/>
            <a:pathLst>
              <a:path w="4048349" h="642675" extrusionOk="0">
                <a:moveTo>
                  <a:pt x="0" y="0"/>
                </a:moveTo>
                <a:lnTo>
                  <a:pt x="4048350" y="0"/>
                </a:lnTo>
                <a:lnTo>
                  <a:pt x="4048350" y="642676"/>
                </a:lnTo>
                <a:lnTo>
                  <a:pt x="0" y="6426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2" name="Google Shape;112;p13"/>
          <p:cNvSpPr txBox="1"/>
          <p:nvPr/>
        </p:nvSpPr>
        <p:spPr>
          <a:xfrm>
            <a:off x="3813692" y="2514467"/>
            <a:ext cx="1653037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rgbClr val="595959"/>
                </a:solidFill>
                <a:latin typeface="Grand Hotel"/>
                <a:sym typeface="Grand Hotel"/>
              </a:rPr>
              <a:t>Hotel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rgbClr val="595959"/>
                </a:solidFill>
                <a:latin typeface="Grand Hotel"/>
                <a:sym typeface="Grand Hotel"/>
              </a:rPr>
              <a:t>Reservation</a:t>
            </a:r>
            <a:endParaRPr sz="700" dirty="0"/>
          </a:p>
        </p:txBody>
      </p:sp>
      <p:sp>
        <p:nvSpPr>
          <p:cNvPr id="114" name="Google Shape;114;p13"/>
          <p:cNvSpPr txBox="1"/>
          <p:nvPr/>
        </p:nvSpPr>
        <p:spPr>
          <a:xfrm>
            <a:off x="552502" y="2953295"/>
            <a:ext cx="2072137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rgbClr val="595959"/>
                </a:solidFill>
                <a:latin typeface="Grand Hotel"/>
                <a:sym typeface="Grand Hotel"/>
              </a:rPr>
              <a:t>Bus Reservation</a:t>
            </a:r>
            <a:endParaRPr sz="700" dirty="0"/>
          </a:p>
        </p:txBody>
      </p:sp>
      <p:sp>
        <p:nvSpPr>
          <p:cNvPr id="116" name="Google Shape;116;p13"/>
          <p:cNvSpPr txBox="1"/>
          <p:nvPr/>
        </p:nvSpPr>
        <p:spPr>
          <a:xfrm>
            <a:off x="6599210" y="2522408"/>
            <a:ext cx="1897239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595959"/>
                </a:solidFill>
                <a:latin typeface="Grand Hotel"/>
                <a:sym typeface="Grand Hotel"/>
              </a:rPr>
              <a:t>Travel Packages</a:t>
            </a:r>
            <a:endParaRPr sz="800" dirty="0"/>
          </a:p>
        </p:txBody>
      </p:sp>
      <p:sp>
        <p:nvSpPr>
          <p:cNvPr id="118" name="Google Shape;118;p13"/>
          <p:cNvSpPr txBox="1"/>
          <p:nvPr/>
        </p:nvSpPr>
        <p:spPr>
          <a:xfrm>
            <a:off x="445112" y="219651"/>
            <a:ext cx="8253776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595959"/>
                </a:solidFill>
                <a:latin typeface="Purple Purse"/>
                <a:sym typeface="Purple Purse"/>
              </a:rPr>
              <a:t>PROJECT OVERVIEW</a:t>
            </a:r>
            <a:endParaRPr sz="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1DE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>
            <a:off x="-367150" y="-2043625"/>
            <a:ext cx="11147654" cy="8771298"/>
          </a:xfrm>
          <a:custGeom>
            <a:avLst/>
            <a:gdLst/>
            <a:ahLst/>
            <a:cxnLst/>
            <a:rect l="l" t="t" r="r" b="b"/>
            <a:pathLst>
              <a:path w="20643803" h="16243144" extrusionOk="0">
                <a:moveTo>
                  <a:pt x="0" y="0"/>
                </a:moveTo>
                <a:lnTo>
                  <a:pt x="20643803" y="0"/>
                </a:lnTo>
                <a:lnTo>
                  <a:pt x="20643803" y="16243144"/>
                </a:lnTo>
                <a:lnTo>
                  <a:pt x="0" y="16243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1000"/>
            </a:blip>
            <a:stretch>
              <a:fillRect l="-829" t="-19359" b="-19359"/>
            </a:stretch>
          </a:blipFill>
          <a:ln>
            <a:noFill/>
          </a:ln>
        </p:spPr>
      </p:sp>
      <p:sp>
        <p:nvSpPr>
          <p:cNvPr id="126" name="Google Shape;126;p14"/>
          <p:cNvSpPr/>
          <p:nvPr/>
        </p:nvSpPr>
        <p:spPr>
          <a:xfrm>
            <a:off x="491102" y="287512"/>
            <a:ext cx="2283407" cy="536600"/>
          </a:xfrm>
          <a:custGeom>
            <a:avLst/>
            <a:gdLst/>
            <a:ahLst/>
            <a:cxnLst/>
            <a:rect l="l" t="t" r="r" b="b"/>
            <a:pathLst>
              <a:path w="4566813" h="1073201" extrusionOk="0">
                <a:moveTo>
                  <a:pt x="0" y="0"/>
                </a:moveTo>
                <a:lnTo>
                  <a:pt x="4566813" y="0"/>
                </a:lnTo>
                <a:lnTo>
                  <a:pt x="4566813" y="1073201"/>
                </a:lnTo>
                <a:lnTo>
                  <a:pt x="0" y="10732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PK" dirty="0"/>
          </a:p>
        </p:txBody>
      </p:sp>
      <p:sp>
        <p:nvSpPr>
          <p:cNvPr id="130" name="Google Shape;130;p14"/>
          <p:cNvSpPr txBox="1"/>
          <p:nvPr/>
        </p:nvSpPr>
        <p:spPr>
          <a:xfrm>
            <a:off x="2456146" y="-84144"/>
            <a:ext cx="4126775" cy="105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 dirty="0">
                <a:solidFill>
                  <a:srgbClr val="595959"/>
                </a:solidFill>
                <a:latin typeface="Purple Purse"/>
                <a:sym typeface="Purple Purse"/>
              </a:rPr>
              <a:t>EERD</a:t>
            </a:r>
            <a:endParaRPr sz="700" dirty="0"/>
          </a:p>
        </p:txBody>
      </p:sp>
      <p:sp>
        <p:nvSpPr>
          <p:cNvPr id="2" name="Google Shape;421;p28">
            <a:extLst>
              <a:ext uri="{FF2B5EF4-FFF2-40B4-BE49-F238E27FC236}">
                <a16:creationId xmlns:a16="http://schemas.microsoft.com/office/drawing/2014/main" id="{3238E295-4FC9-C848-8F39-1A98862DB7E1}"/>
              </a:ext>
            </a:extLst>
          </p:cNvPr>
          <p:cNvSpPr/>
          <p:nvPr/>
        </p:nvSpPr>
        <p:spPr>
          <a:xfrm rot="1688195">
            <a:off x="713391" y="564733"/>
            <a:ext cx="1644455" cy="518756"/>
          </a:xfrm>
          <a:custGeom>
            <a:avLst/>
            <a:gdLst/>
            <a:ahLst/>
            <a:cxnLst/>
            <a:rect l="l" t="t" r="r" b="b"/>
            <a:pathLst>
              <a:path w="3288911" h="1037511" extrusionOk="0">
                <a:moveTo>
                  <a:pt x="0" y="0"/>
                </a:moveTo>
                <a:lnTo>
                  <a:pt x="3288910" y="0"/>
                </a:lnTo>
                <a:lnTo>
                  <a:pt x="3288910" y="1037511"/>
                </a:lnTo>
                <a:lnTo>
                  <a:pt x="0" y="1037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Google Shape;404;p27">
            <a:extLst>
              <a:ext uri="{FF2B5EF4-FFF2-40B4-BE49-F238E27FC236}">
                <a16:creationId xmlns:a16="http://schemas.microsoft.com/office/drawing/2014/main" id="{61D28DBE-D42F-28C0-8513-853E682A78B3}"/>
              </a:ext>
            </a:extLst>
          </p:cNvPr>
          <p:cNvSpPr/>
          <p:nvPr/>
        </p:nvSpPr>
        <p:spPr>
          <a:xfrm>
            <a:off x="688240" y="696910"/>
            <a:ext cx="621585" cy="870873"/>
          </a:xfrm>
          <a:custGeom>
            <a:avLst/>
            <a:gdLst/>
            <a:ahLst/>
            <a:cxnLst/>
            <a:rect l="l" t="t" r="r" b="b"/>
            <a:pathLst>
              <a:path w="1243171" h="1741746" extrusionOk="0">
                <a:moveTo>
                  <a:pt x="0" y="0"/>
                </a:moveTo>
                <a:lnTo>
                  <a:pt x="1243171" y="0"/>
                </a:lnTo>
                <a:lnTo>
                  <a:pt x="1243171" y="1741746"/>
                </a:lnTo>
                <a:lnTo>
                  <a:pt x="0" y="17417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" name="Google Shape;391;p27">
            <a:extLst>
              <a:ext uri="{FF2B5EF4-FFF2-40B4-BE49-F238E27FC236}">
                <a16:creationId xmlns:a16="http://schemas.microsoft.com/office/drawing/2014/main" id="{59CDC94C-1CC6-44BE-81A3-1F26B2DA0FF2}"/>
              </a:ext>
            </a:extLst>
          </p:cNvPr>
          <p:cNvSpPr/>
          <p:nvPr/>
        </p:nvSpPr>
        <p:spPr>
          <a:xfrm rot="10610920">
            <a:off x="8253737" y="3438066"/>
            <a:ext cx="144789" cy="1316262"/>
          </a:xfrm>
          <a:custGeom>
            <a:avLst/>
            <a:gdLst/>
            <a:ahLst/>
            <a:cxnLst/>
            <a:rect l="l" t="t" r="r" b="b"/>
            <a:pathLst>
              <a:path w="289577" h="2632523" extrusionOk="0">
                <a:moveTo>
                  <a:pt x="0" y="0"/>
                </a:moveTo>
                <a:lnTo>
                  <a:pt x="289577" y="0"/>
                </a:lnTo>
                <a:lnTo>
                  <a:pt x="289577" y="2632523"/>
                </a:lnTo>
                <a:lnTo>
                  <a:pt x="0" y="2632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" name="Google Shape;386;p27">
            <a:extLst>
              <a:ext uri="{FF2B5EF4-FFF2-40B4-BE49-F238E27FC236}">
                <a16:creationId xmlns:a16="http://schemas.microsoft.com/office/drawing/2014/main" id="{9D278F51-410B-AB7D-8A86-EAF58B137D7D}"/>
              </a:ext>
            </a:extLst>
          </p:cNvPr>
          <p:cNvSpPr/>
          <p:nvPr/>
        </p:nvSpPr>
        <p:spPr>
          <a:xfrm rot="887810">
            <a:off x="7519036" y="3596866"/>
            <a:ext cx="732486" cy="679380"/>
          </a:xfrm>
          <a:custGeom>
            <a:avLst/>
            <a:gdLst/>
            <a:ahLst/>
            <a:cxnLst/>
            <a:rect l="l" t="t" r="r" b="b"/>
            <a:pathLst>
              <a:path w="1464971" h="1358761" extrusionOk="0">
                <a:moveTo>
                  <a:pt x="0" y="0"/>
                </a:moveTo>
                <a:lnTo>
                  <a:pt x="1464971" y="0"/>
                </a:lnTo>
                <a:lnTo>
                  <a:pt x="1464971" y="1358761"/>
                </a:lnTo>
                <a:lnTo>
                  <a:pt x="0" y="13587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" name="Google Shape;251;p20">
            <a:extLst>
              <a:ext uri="{FF2B5EF4-FFF2-40B4-BE49-F238E27FC236}">
                <a16:creationId xmlns:a16="http://schemas.microsoft.com/office/drawing/2014/main" id="{04E752F2-9075-5E8C-4391-971787F2783F}"/>
              </a:ext>
            </a:extLst>
          </p:cNvPr>
          <p:cNvSpPr/>
          <p:nvPr/>
        </p:nvSpPr>
        <p:spPr>
          <a:xfrm rot="500482">
            <a:off x="7274232" y="4316360"/>
            <a:ext cx="1347232" cy="424994"/>
          </a:xfrm>
          <a:custGeom>
            <a:avLst/>
            <a:gdLst/>
            <a:ahLst/>
            <a:cxnLst/>
            <a:rect l="l" t="t" r="r" b="b"/>
            <a:pathLst>
              <a:path w="2694463" h="849988" extrusionOk="0">
                <a:moveTo>
                  <a:pt x="0" y="0"/>
                </a:moveTo>
                <a:lnTo>
                  <a:pt x="2694463" y="0"/>
                </a:lnTo>
                <a:lnTo>
                  <a:pt x="2694463" y="849988"/>
                </a:lnTo>
                <a:lnTo>
                  <a:pt x="0" y="8499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A7548D-D4F3-D5FD-0FD6-57E5255BD2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76961" y="971530"/>
            <a:ext cx="4927591" cy="35816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DECB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"/>
          <p:cNvSpPr/>
          <p:nvPr/>
        </p:nvSpPr>
        <p:spPr>
          <a:xfrm>
            <a:off x="-367150" y="-2043625"/>
            <a:ext cx="11147654" cy="8771298"/>
          </a:xfrm>
          <a:custGeom>
            <a:avLst/>
            <a:gdLst/>
            <a:ahLst/>
            <a:cxnLst/>
            <a:rect l="l" t="t" r="r" b="b"/>
            <a:pathLst>
              <a:path w="20643803" h="16243144" extrusionOk="0">
                <a:moveTo>
                  <a:pt x="0" y="0"/>
                </a:moveTo>
                <a:lnTo>
                  <a:pt x="20643803" y="0"/>
                </a:lnTo>
                <a:lnTo>
                  <a:pt x="20643803" y="16243144"/>
                </a:lnTo>
                <a:lnTo>
                  <a:pt x="0" y="16243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1000"/>
            </a:blip>
            <a:stretch>
              <a:fillRect l="-829" t="-19359" b="-19359"/>
            </a:stretch>
          </a:blipFill>
          <a:ln>
            <a:noFill/>
          </a:ln>
        </p:spPr>
      </p:sp>
      <p:sp>
        <p:nvSpPr>
          <p:cNvPr id="269" name="Google Shape;269;p21"/>
          <p:cNvSpPr/>
          <p:nvPr/>
        </p:nvSpPr>
        <p:spPr>
          <a:xfrm rot="-369025">
            <a:off x="340020" y="1187029"/>
            <a:ext cx="2280518" cy="2412304"/>
          </a:xfrm>
          <a:custGeom>
            <a:avLst/>
            <a:gdLst/>
            <a:ahLst/>
            <a:cxnLst/>
            <a:rect l="l" t="t" r="r" b="b"/>
            <a:pathLst>
              <a:path w="3663521" h="3697131" extrusionOk="0">
                <a:moveTo>
                  <a:pt x="0" y="0"/>
                </a:moveTo>
                <a:lnTo>
                  <a:pt x="3663521" y="0"/>
                </a:lnTo>
                <a:lnTo>
                  <a:pt x="3663521" y="3697131"/>
                </a:lnTo>
                <a:lnTo>
                  <a:pt x="0" y="3697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0" name="Google Shape;270;p21"/>
          <p:cNvSpPr/>
          <p:nvPr/>
        </p:nvSpPr>
        <p:spPr>
          <a:xfrm rot="292993">
            <a:off x="3040518" y="995255"/>
            <a:ext cx="2628094" cy="2424518"/>
          </a:xfrm>
          <a:custGeom>
            <a:avLst/>
            <a:gdLst/>
            <a:ahLst/>
            <a:cxnLst/>
            <a:rect l="l" t="t" r="r" b="b"/>
            <a:pathLst>
              <a:path w="3663521" h="3697131" extrusionOk="0">
                <a:moveTo>
                  <a:pt x="0" y="0"/>
                </a:moveTo>
                <a:lnTo>
                  <a:pt x="3663520" y="0"/>
                </a:lnTo>
                <a:lnTo>
                  <a:pt x="3663520" y="3697131"/>
                </a:lnTo>
                <a:lnTo>
                  <a:pt x="0" y="3697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1" name="Google Shape;271;p21"/>
          <p:cNvSpPr/>
          <p:nvPr/>
        </p:nvSpPr>
        <p:spPr>
          <a:xfrm rot="-333552">
            <a:off x="6004343" y="637283"/>
            <a:ext cx="2466063" cy="2900538"/>
          </a:xfrm>
          <a:custGeom>
            <a:avLst/>
            <a:gdLst/>
            <a:ahLst/>
            <a:cxnLst/>
            <a:rect l="l" t="t" r="r" b="b"/>
            <a:pathLst>
              <a:path w="3663521" h="3697131" extrusionOk="0">
                <a:moveTo>
                  <a:pt x="0" y="0"/>
                </a:moveTo>
                <a:lnTo>
                  <a:pt x="3663520" y="0"/>
                </a:lnTo>
                <a:lnTo>
                  <a:pt x="3663520" y="3697131"/>
                </a:lnTo>
                <a:lnTo>
                  <a:pt x="0" y="3697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5" name="Google Shape;275;p21"/>
          <p:cNvSpPr/>
          <p:nvPr/>
        </p:nvSpPr>
        <p:spPr>
          <a:xfrm rot="-8404209">
            <a:off x="7892018" y="98947"/>
            <a:ext cx="1675508" cy="572719"/>
          </a:xfrm>
          <a:custGeom>
            <a:avLst/>
            <a:gdLst/>
            <a:ahLst/>
            <a:cxnLst/>
            <a:rect l="l" t="t" r="r" b="b"/>
            <a:pathLst>
              <a:path w="3351015" h="1145438" extrusionOk="0">
                <a:moveTo>
                  <a:pt x="0" y="0"/>
                </a:moveTo>
                <a:lnTo>
                  <a:pt x="3351015" y="0"/>
                </a:lnTo>
                <a:lnTo>
                  <a:pt x="3351015" y="1145438"/>
                </a:lnTo>
                <a:lnTo>
                  <a:pt x="0" y="1145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6" name="Google Shape;276;p21"/>
          <p:cNvSpPr txBox="1"/>
          <p:nvPr/>
        </p:nvSpPr>
        <p:spPr>
          <a:xfrm>
            <a:off x="1920512" y="292275"/>
            <a:ext cx="5302976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rgbClr val="595959"/>
                </a:solidFill>
                <a:latin typeface="Purple Purse"/>
                <a:sym typeface="Purple Purse"/>
              </a:rPr>
              <a:t>FUNCTIONALITIES</a:t>
            </a:r>
            <a:endParaRPr sz="300" b="1" dirty="0"/>
          </a:p>
        </p:txBody>
      </p:sp>
      <p:sp>
        <p:nvSpPr>
          <p:cNvPr id="277" name="Google Shape;277;p21"/>
          <p:cNvSpPr txBox="1"/>
          <p:nvPr/>
        </p:nvSpPr>
        <p:spPr>
          <a:xfrm rot="-369025">
            <a:off x="965731" y="1473290"/>
            <a:ext cx="104754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595959"/>
                </a:solidFill>
                <a:latin typeface="Grand Hotel"/>
                <a:sym typeface="Grand Hotel"/>
              </a:rPr>
              <a:t>Admin</a:t>
            </a:r>
            <a:endParaRPr sz="700" dirty="0"/>
          </a:p>
        </p:txBody>
      </p:sp>
      <p:sp>
        <p:nvSpPr>
          <p:cNvPr id="278" name="Google Shape;278;p21"/>
          <p:cNvSpPr txBox="1"/>
          <p:nvPr/>
        </p:nvSpPr>
        <p:spPr>
          <a:xfrm rot="292993">
            <a:off x="3854320" y="1363914"/>
            <a:ext cx="1047548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595959"/>
                </a:solidFill>
                <a:latin typeface="Grand Hotel"/>
                <a:sym typeface="Grand Hotel"/>
              </a:rPr>
              <a:t>Booking management</a:t>
            </a:r>
            <a:endParaRPr sz="500" dirty="0"/>
          </a:p>
        </p:txBody>
      </p:sp>
      <p:sp>
        <p:nvSpPr>
          <p:cNvPr id="279" name="Google Shape;279;p21"/>
          <p:cNvSpPr txBox="1"/>
          <p:nvPr/>
        </p:nvSpPr>
        <p:spPr>
          <a:xfrm rot="-333552">
            <a:off x="6594949" y="1364851"/>
            <a:ext cx="1047548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595959"/>
                </a:solidFill>
                <a:latin typeface="Grand Hotel"/>
                <a:sym typeface="Grand Hotel"/>
              </a:rPr>
              <a:t>Travel packages</a:t>
            </a:r>
            <a:endParaRPr sz="400" dirty="0"/>
          </a:p>
        </p:txBody>
      </p:sp>
      <p:sp>
        <p:nvSpPr>
          <p:cNvPr id="282" name="Google Shape;282;p21"/>
          <p:cNvSpPr txBox="1"/>
          <p:nvPr/>
        </p:nvSpPr>
        <p:spPr>
          <a:xfrm rot="-369333">
            <a:off x="858589" y="1643827"/>
            <a:ext cx="1326146" cy="111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/>
          </a:p>
          <a:p>
            <a:pPr marL="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/>
          </a:p>
          <a:p>
            <a:pPr marL="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/>
          </a:p>
          <a:p>
            <a:pPr marL="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Create update and manage travel packages.</a:t>
            </a:r>
          </a:p>
        </p:txBody>
      </p:sp>
      <p:sp>
        <p:nvSpPr>
          <p:cNvPr id="283" name="Google Shape;283;p21"/>
          <p:cNvSpPr txBox="1"/>
          <p:nvPr/>
        </p:nvSpPr>
        <p:spPr>
          <a:xfrm rot="292794">
            <a:off x="3689606" y="1492133"/>
            <a:ext cx="1326007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dirty="0">
              <a:latin typeface="Playfair Display"/>
              <a:sym typeface="Playfair Display"/>
            </a:endParaRPr>
          </a:p>
          <a:p>
            <a:pPr marL="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dirty="0">
              <a:latin typeface="Playfair Display"/>
              <a:sym typeface="Playfair Display"/>
            </a:endParaRPr>
          </a:p>
          <a:p>
            <a:pPr marL="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dirty="0">
              <a:latin typeface="Playfair Display"/>
              <a:sym typeface="Playfair Display"/>
            </a:endParaRPr>
          </a:p>
          <a:p>
            <a:pPr marL="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dirty="0">
              <a:latin typeface="Playfair Display"/>
              <a:sym typeface="Playfair Display"/>
            </a:endParaRPr>
          </a:p>
          <a:p>
            <a:pPr marL="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dirty="0">
              <a:latin typeface="Playfair Display"/>
              <a:sym typeface="Playfair Display"/>
            </a:endParaRPr>
          </a:p>
          <a:p>
            <a:pPr marL="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Playfair Display"/>
                <a:sym typeface="Playfair Display"/>
              </a:rPr>
              <a:t>Admin can view approve or cancel customer bookings.</a:t>
            </a:r>
            <a:endParaRPr sz="700" dirty="0"/>
          </a:p>
        </p:txBody>
      </p:sp>
      <p:sp>
        <p:nvSpPr>
          <p:cNvPr id="284" name="Google Shape;284;p21"/>
          <p:cNvSpPr txBox="1"/>
          <p:nvPr/>
        </p:nvSpPr>
        <p:spPr>
          <a:xfrm rot="-333426">
            <a:off x="6564981" y="1573636"/>
            <a:ext cx="1325932" cy="1238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dirty="0">
              <a:latin typeface="Playfair Display"/>
              <a:sym typeface="Playfair Display"/>
            </a:endParaRPr>
          </a:p>
          <a:p>
            <a:pPr marL="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dirty="0">
              <a:latin typeface="Playfair Display"/>
              <a:sym typeface="Playfair Display"/>
            </a:endParaRPr>
          </a:p>
          <a:p>
            <a:pPr marL="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dirty="0">
              <a:latin typeface="Playfair Display"/>
              <a:sym typeface="Playfair Display"/>
            </a:endParaRPr>
          </a:p>
          <a:p>
            <a:pPr marL="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dirty="0">
              <a:latin typeface="Playfair Display"/>
              <a:sym typeface="Playfair Display"/>
            </a:endParaRPr>
          </a:p>
          <a:p>
            <a:pPr marL="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Playfair Display"/>
                <a:sym typeface="Playfair Display"/>
              </a:rPr>
              <a:t>Admin can create Edit and delete travel packages.</a:t>
            </a:r>
            <a:endParaRPr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1DE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>
            <a:off x="-367150" y="-2043625"/>
            <a:ext cx="11147654" cy="8771298"/>
          </a:xfrm>
          <a:custGeom>
            <a:avLst/>
            <a:gdLst/>
            <a:ahLst/>
            <a:cxnLst/>
            <a:rect l="l" t="t" r="r" b="b"/>
            <a:pathLst>
              <a:path w="20643803" h="16243144" extrusionOk="0">
                <a:moveTo>
                  <a:pt x="0" y="0"/>
                </a:moveTo>
                <a:lnTo>
                  <a:pt x="20643803" y="0"/>
                </a:lnTo>
                <a:lnTo>
                  <a:pt x="20643803" y="16243144"/>
                </a:lnTo>
                <a:lnTo>
                  <a:pt x="0" y="16243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1000"/>
            </a:blip>
            <a:stretch>
              <a:fillRect l="-829" t="-19359" b="-19359"/>
            </a:stretch>
          </a:blipFill>
          <a:ln>
            <a:noFill/>
          </a:ln>
        </p:spPr>
      </p:sp>
      <p:sp>
        <p:nvSpPr>
          <p:cNvPr id="196" name="Google Shape;196;p18"/>
          <p:cNvSpPr/>
          <p:nvPr/>
        </p:nvSpPr>
        <p:spPr>
          <a:xfrm rot="5247873">
            <a:off x="2433461" y="-522141"/>
            <a:ext cx="4596721" cy="6549733"/>
          </a:xfrm>
          <a:custGeom>
            <a:avLst/>
            <a:gdLst/>
            <a:ahLst/>
            <a:cxnLst/>
            <a:rect l="l" t="t" r="r" b="b"/>
            <a:pathLst>
              <a:path w="9193442" h="13099465" extrusionOk="0">
                <a:moveTo>
                  <a:pt x="0" y="0"/>
                </a:moveTo>
                <a:lnTo>
                  <a:pt x="9193442" y="0"/>
                </a:lnTo>
                <a:lnTo>
                  <a:pt x="9193442" y="13099464"/>
                </a:lnTo>
                <a:lnTo>
                  <a:pt x="0" y="13099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7" name="Google Shape;197;p18"/>
          <p:cNvSpPr/>
          <p:nvPr/>
        </p:nvSpPr>
        <p:spPr>
          <a:xfrm rot="-2088450">
            <a:off x="6581155" y="3670529"/>
            <a:ext cx="3048000" cy="2057400"/>
          </a:xfrm>
          <a:custGeom>
            <a:avLst/>
            <a:gdLst/>
            <a:ahLst/>
            <a:cxnLst/>
            <a:rect l="l" t="t" r="r" b="b"/>
            <a:pathLst>
              <a:path w="6096000" h="4114800" extrusionOk="0">
                <a:moveTo>
                  <a:pt x="0" y="0"/>
                </a:moveTo>
                <a:lnTo>
                  <a:pt x="6096000" y="0"/>
                </a:lnTo>
                <a:lnTo>
                  <a:pt x="6096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8" name="Google Shape;198;p18"/>
          <p:cNvSpPr/>
          <p:nvPr/>
        </p:nvSpPr>
        <p:spPr>
          <a:xfrm>
            <a:off x="2743200" y="3877680"/>
            <a:ext cx="3657600" cy="751471"/>
          </a:xfrm>
          <a:custGeom>
            <a:avLst/>
            <a:gdLst/>
            <a:ahLst/>
            <a:cxnLst/>
            <a:rect l="l" t="t" r="r" b="b"/>
            <a:pathLst>
              <a:path w="7315200" h="1502941" extrusionOk="0">
                <a:moveTo>
                  <a:pt x="0" y="0"/>
                </a:moveTo>
                <a:lnTo>
                  <a:pt x="7315200" y="0"/>
                </a:lnTo>
                <a:lnTo>
                  <a:pt x="7315200" y="1502941"/>
                </a:lnTo>
                <a:lnTo>
                  <a:pt x="0" y="1502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18"/>
          <p:cNvSpPr/>
          <p:nvPr/>
        </p:nvSpPr>
        <p:spPr>
          <a:xfrm rot="-8571391">
            <a:off x="-107199" y="4130899"/>
            <a:ext cx="2675165" cy="702231"/>
          </a:xfrm>
          <a:custGeom>
            <a:avLst/>
            <a:gdLst/>
            <a:ahLst/>
            <a:cxnLst/>
            <a:rect l="l" t="t" r="r" b="b"/>
            <a:pathLst>
              <a:path w="5350329" h="1404461" extrusionOk="0">
                <a:moveTo>
                  <a:pt x="0" y="0"/>
                </a:moveTo>
                <a:lnTo>
                  <a:pt x="5350329" y="0"/>
                </a:lnTo>
                <a:lnTo>
                  <a:pt x="5350329" y="1404461"/>
                </a:lnTo>
                <a:lnTo>
                  <a:pt x="0" y="14044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Google Shape;202;p18"/>
          <p:cNvSpPr txBox="1"/>
          <p:nvPr/>
        </p:nvSpPr>
        <p:spPr>
          <a:xfrm>
            <a:off x="2496767" y="2132656"/>
            <a:ext cx="4126775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dirty="0">
                <a:solidFill>
                  <a:schemeClr val="accent3">
                    <a:lumMod val="75000"/>
                  </a:schemeClr>
                </a:solidFill>
                <a:latin typeface="Purple Purse"/>
                <a:sym typeface="Purple Purse"/>
              </a:rPr>
              <a:t>THANK YOU!</a:t>
            </a:r>
            <a:endParaRPr sz="5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2857050" y="2691170"/>
            <a:ext cx="3429900" cy="12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/>
          </a:p>
        </p:txBody>
      </p:sp>
      <p:sp>
        <p:nvSpPr>
          <p:cNvPr id="2" name="Google Shape;250;p20">
            <a:extLst>
              <a:ext uri="{FF2B5EF4-FFF2-40B4-BE49-F238E27FC236}">
                <a16:creationId xmlns:a16="http://schemas.microsoft.com/office/drawing/2014/main" id="{EFBC446D-D21C-5978-442C-B2007AD81E0E}"/>
              </a:ext>
            </a:extLst>
          </p:cNvPr>
          <p:cNvSpPr/>
          <p:nvPr/>
        </p:nvSpPr>
        <p:spPr>
          <a:xfrm>
            <a:off x="427035" y="-425535"/>
            <a:ext cx="1972532" cy="2057400"/>
          </a:xfrm>
          <a:custGeom>
            <a:avLst/>
            <a:gdLst/>
            <a:ahLst/>
            <a:cxnLst/>
            <a:rect l="l" t="t" r="r" b="b"/>
            <a:pathLst>
              <a:path w="3945064" h="4114800" extrusionOk="0">
                <a:moveTo>
                  <a:pt x="0" y="0"/>
                </a:moveTo>
                <a:lnTo>
                  <a:pt x="3945064" y="0"/>
                </a:lnTo>
                <a:lnTo>
                  <a:pt x="39450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595959"/>
      </a:dk1>
      <a:lt1>
        <a:srgbClr val="F4DECB"/>
      </a:lt1>
      <a:dk2>
        <a:srgbClr val="595959"/>
      </a:dk2>
      <a:lt2>
        <a:srgbClr val="CCE1D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63</Words>
  <Application>Microsoft Office PowerPoint</Application>
  <PresentationFormat>On-screen Show (16:9)</PresentationFormat>
  <Paragraphs>37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Playfair Display Medium</vt:lpstr>
      <vt:lpstr>Grand Hotel</vt:lpstr>
      <vt:lpstr>Arial</vt:lpstr>
      <vt:lpstr>Purple Purse</vt:lpstr>
      <vt:lpstr>Playfair Display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Syeda Humaima Bukhari</dc:creator>
  <cp:lastModifiedBy>Syeda Humaima Bukhari</cp:lastModifiedBy>
  <cp:revision>4</cp:revision>
  <dcterms:modified xsi:type="dcterms:W3CDTF">2025-01-01T12:52:33Z</dcterms:modified>
</cp:coreProperties>
</file>